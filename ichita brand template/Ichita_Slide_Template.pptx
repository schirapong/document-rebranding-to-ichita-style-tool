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hita_logo_combine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692766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eonik"/>
              </a:defRPr>
            </a:pPr>
            <a: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2B0FF"/>
                </a:solidFill>
                <a:latin typeface="Aeonik"/>
              </a:defRPr>
            </a:pPr>
            <a:r>
              <a:t>Subtitle or 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FD9DB"/>
                </a:solidFill>
                <a:latin typeface="Aeonik"/>
              </a:defRPr>
            </a:pPr>
            <a:r>
              <a:t>Prepared for Client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F9C"/>
                </a:solidFill>
                <a:latin typeface="Aeonik"/>
              </a:defRPr>
            </a:pPr>
            <a:r>
              <a:t>Month Year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hita_logo_combine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666" y="274320"/>
            <a:ext cx="1692766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eonik"/>
              </a:defRPr>
            </a:pPr>
            <a:r>
              <a:t>Section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2B0FF"/>
                </a:solidFill>
                <a:latin typeface="Aeonik"/>
              </a:defRPr>
            </a:pPr>
            <a:r>
              <a:t>Supporting description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hita_logo_combine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666" y="274320"/>
            <a:ext cx="1692766" cy="182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338"/>
                </a:solidFill>
                <a:latin typeface="Aeonik"/>
              </a:defRPr>
            </a:pPr>
            <a:r>
              <a:t>Content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F9C"/>
                </a:solidFill>
                <a:latin typeface="Aeonik"/>
              </a:defRPr>
            </a:pPr>
            <a:r>
              <a:t>With subtitle</a:t>
            </a:r>
          </a:p>
        </p:txBody>
      </p:sp>
      <p:pic>
        <p:nvPicPr>
          <p:cNvPr id="6" name="Picture 5" descr="ichita_logo_combine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049" y="6565392"/>
            <a:ext cx="846383" cy="91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eonik"/>
              </a:defRPr>
            </a:pPr>
            <a:r>
              <a:t>ichita.co.th  |  Separation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800" b="1" i="0">
                <a:solidFill>
                  <a:srgbClr val="2978FF"/>
                </a:solidFill>
                <a:latin typeface="Aeonik"/>
              </a:defRPr>
            </a:pPr>
            <a:r>
              <a:t>Section Heading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 i="0">
                <a:solidFill>
                  <a:srgbClr val="263338"/>
                </a:solidFill>
                <a:latin typeface="Aeonik"/>
              </a:defRPr>
            </a:pPr>
            <a:r>
              <a:t>Body text goes here. Use Ichita Blue (#2978FF) for section headings and Blue Grey 03 (#263338) for body text.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2978FF"/>
                </a:solidFill>
                <a:latin typeface="Aeonik"/>
              </a:defRPr>
            </a:pPr>
            <a:r>
              <a:t>Key Points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63338"/>
                </a:solidFill>
                <a:latin typeface="Aeonik"/>
              </a:defRPr>
            </a:pPr>
            <a:r>
              <a:t>First bullet point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63338"/>
                </a:solidFill>
                <a:latin typeface="Aeonik"/>
              </a:defRPr>
            </a:pPr>
            <a:r>
              <a:t>Second bullet point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63338"/>
                </a:solidFill>
                <a:latin typeface="Aeonik"/>
              </a:defRPr>
            </a:pPr>
            <a:r>
              <a:t>Third bullet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hita_logo_combine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666" y="274320"/>
            <a:ext cx="1692766" cy="182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338"/>
                </a:solidFill>
                <a:latin typeface="Aeonik"/>
              </a:defRPr>
            </a:pPr>
            <a:r>
              <a:t>Table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hita_logo_combine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049" y="6565392"/>
            <a:ext cx="846383" cy="91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eonik"/>
              </a:defRPr>
            </a:pPr>
            <a:r>
              <a:t>ichita.co.th  |  Separation Technologies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eonik"/>
                        </a:defRPr>
                      </a:pPr>
                      <a:r>
                        <a:t>Column A</a:t>
                      </a:r>
                    </a:p>
                  </a:txBody>
                  <a:tcPr anchor="ctr" marL="73152" marR="73152" marT="36576" marB="36576">
                    <a:solidFill>
                      <a:srgbClr val="26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eonik"/>
                        </a:defRPr>
                      </a:pPr>
                      <a:r>
                        <a:t>Column B</a:t>
                      </a:r>
                    </a:p>
                  </a:txBody>
                  <a:tcPr anchor="ctr" marL="73152" marR="73152" marT="36576" marB="36576">
                    <a:solidFill>
                      <a:srgbClr val="26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eonik"/>
                        </a:defRPr>
                      </a:pPr>
                      <a:r>
                        <a:t>Column C</a:t>
                      </a:r>
                    </a:p>
                  </a:txBody>
                  <a:tcPr anchor="ctr" marL="73152" marR="73152" marT="36576" marB="36576">
                    <a:solidFill>
                      <a:srgbClr val="26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eonik"/>
                        </a:defRPr>
                      </a:pPr>
                      <a:r>
                        <a:t>Column D</a:t>
                      </a:r>
                    </a:p>
                  </a:txBody>
                  <a:tcPr anchor="ctr" marL="73152" marR="73152" marT="36576" marB="36576">
                    <a:solidFill>
                      <a:srgbClr val="2633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Row 1 data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Result</a:t>
                      </a:r>
                    </a:p>
                  </a:txBody>
                  <a:tcPr anchor="ctr" marL="73152" marR="73152" marT="36576" marB="36576"/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Row 2 data</a:t>
                      </a:r>
                    </a:p>
                  </a:txBody>
                  <a:tcPr anchor="ctr" marL="73152" marR="73152" marT="36576" marB="36576">
                    <a:solidFill>
                      <a:srgbClr val="EF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>
                    <a:solidFill>
                      <a:srgbClr val="EF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>
                    <a:solidFill>
                      <a:srgbClr val="EF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Result</a:t>
                      </a:r>
                    </a:p>
                  </a:txBody>
                  <a:tcPr anchor="ctr" marL="73152" marR="73152" marT="36576" marB="36576">
                    <a:solidFill>
                      <a:srgbClr val="EFF2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Row 3 data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263338"/>
                          </a:solidFill>
                          <a:latin typeface="Aeonik"/>
                        </a:defRPr>
                      </a:pPr>
                      <a:r>
                        <a:t>Result</a:t>
                      </a:r>
                    </a:p>
                  </a:txBody>
                  <a:tcPr anchor="ctr" marL="73152" marR="73152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hita_logo_combine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666" y="274320"/>
            <a:ext cx="1692766" cy="182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338"/>
                </a:solidFill>
                <a:latin typeface="Aeonik"/>
              </a:defRPr>
            </a:pPr>
            <a:r>
              <a:t>Two-Column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hita_logo_combine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049" y="6565392"/>
            <a:ext cx="846383" cy="91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eonik"/>
              </a:defRPr>
            </a:pPr>
            <a:r>
              <a:t>ichita.co.th  |  Separation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2978FF"/>
                </a:solidFill>
                <a:latin typeface="Aeonik"/>
              </a:defRPr>
            </a:pPr>
            <a:r>
              <a:t>Left Column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 i="0">
                <a:solidFill>
                  <a:srgbClr val="263338"/>
                </a:solidFill>
                <a:latin typeface="Aeonik"/>
              </a:defRPr>
            </a:pPr>
            <a:r>
              <a:t>Content for the left side of the slide. Use this layout when presenting two parallel concepts or comparing options.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63338"/>
                </a:solidFill>
                <a:latin typeface="Aeonik"/>
              </a:defRPr>
            </a:pPr>
            <a:r>
              <a:t>Point 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63338"/>
                </a:solidFill>
                <a:latin typeface="Aeonik"/>
              </a:defRPr>
            </a:pPr>
            <a:r>
              <a:t>Point two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63338"/>
                </a:solidFill>
                <a:latin typeface="Aeonik"/>
              </a:defRPr>
            </a:pPr>
            <a:r>
              <a:t>Point three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2978FF"/>
                </a:solidFill>
                <a:latin typeface="Aeonik"/>
              </a:defRPr>
            </a:pPr>
            <a:r>
              <a:t>Right Column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 i="0">
                <a:solidFill>
                  <a:srgbClr val="263338"/>
                </a:solidFill>
                <a:latin typeface="Aeonik"/>
              </a:defRPr>
            </a:pPr>
            <a:r>
              <a:t>Content for the right side. Tables, charts, or additional text can go here.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63338"/>
                </a:solidFill>
                <a:latin typeface="Aeonik"/>
              </a:defRPr>
            </a:pPr>
            <a:r>
              <a:t>Point 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63338"/>
                </a:solidFill>
                <a:latin typeface="Aeonik"/>
              </a:defRPr>
            </a:pPr>
            <a:r>
              <a:t>Point two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63338"/>
                </a:solidFill>
                <a:latin typeface="Aeonik"/>
              </a:defRPr>
            </a:pPr>
            <a:r>
              <a:t>Point three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hita_logo_combine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666" y="274320"/>
            <a:ext cx="1692766" cy="182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338"/>
                </a:solidFill>
                <a:latin typeface="Aeonik"/>
              </a:defRPr>
            </a:pPr>
            <a:r>
              <a:t>Callout Box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hita_logo_combine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049" y="6565392"/>
            <a:ext cx="846383" cy="91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eonik"/>
              </a:defRPr>
            </a:pPr>
            <a:r>
              <a:t>ichita.co.th  |  Separation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400" b="0" i="0">
                <a:solidFill>
                  <a:srgbClr val="263338"/>
                </a:solidFill>
                <a:latin typeface="Aeonik"/>
              </a:defRPr>
            </a:pPr>
            <a:r>
              <a:t>Main content area above the callout box.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788F9C"/>
                </a:solidFill>
                <a:latin typeface="Aeonik"/>
              </a:defRPr>
            </a:pPr>
            <a:r>
              <a:t>Use callout boxes to highlight key insights, recommendations, or important statistics.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10515600" cy="640080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eonik"/>
              </a:defRPr>
            </a:pPr>
            <a:r>
              <a:t>Key insight or statistic highlighted in a blue callout box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solidFill>
            <a:srgbClr val="263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0916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 i="0">
                <a:solidFill>
                  <a:srgbClr val="82B0FF"/>
                </a:solidFill>
                <a:latin typeface="Aeonik"/>
              </a:defRPr>
            </a:pPr>
            <a:r>
              <a:t>Dark Callout Title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FFFFFF"/>
                </a:solidFill>
                <a:latin typeface="Aeonik"/>
              </a:defRPr>
            </a:pPr>
            <a:r>
              <a:t>Supporting detail text on a dark background for emphasis.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hita_logo_combine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692766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eonik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2B0FF"/>
                </a:solidFill>
                <a:latin typeface="Aeonik"/>
              </a:defRPr>
            </a:pPr>
            <a:r>
              <a:t>Separation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548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defRPr sz="1600" b="1" i="0">
                <a:solidFill>
                  <a:srgbClr val="2978FF"/>
                </a:solidFill>
                <a:latin typeface="Aeonik"/>
              </a:defRPr>
            </a:pPr>
            <a:r>
              <a:t>ichita.co.th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300" b="0" i="0">
                <a:solidFill>
                  <a:srgbClr val="CFD9DB"/>
                </a:solidFill>
                <a:latin typeface="Aeonik"/>
              </a:defRPr>
            </a:pPr>
            <a:r>
              <a:t>contact@srithepgroup.com  |  +66 81 841 7210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